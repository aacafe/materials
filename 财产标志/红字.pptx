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2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80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60B0B9-DB54-B341-8F74-374BAFF4AB5A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5939E-DA99-1348-877A-3A503E3BA135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5729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95939E-DA99-1348-877A-3A503E3BA135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454638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B607F-09D0-F21D-62B9-ECDAF51F5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20DD60-7D6E-4213-79AE-6FD81175B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C3534B-1684-C30C-4755-12321A812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9E9A3-5D01-65AF-9DBE-DDC5B7A4D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988EF-2B1A-337A-5465-762D22DB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57598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DCDAD-BA31-6411-FEAB-8332F029F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F5321-0E68-5B6C-EE7F-1B419762B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0C51C-B1DF-8B4C-73EE-C12B00EDD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6F8AE-B852-3E7B-77AA-17446F916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4C1E7-3AFB-3EB1-20BB-F75FED1E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8302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91FD-807A-9F5F-E1F7-FBADF6C6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4825B-644F-14F3-0ABF-9F8B0ECD5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65F53-F835-1744-F2CD-58168E5F0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49E37-C0A0-0F60-3D9E-18DC0164C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18B75-3EB6-1E90-4A53-34F346CC7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58316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B0830-8400-1ED5-7665-967627470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021AE-DE6E-0A3F-2114-F00E5974EE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D6EDE-2464-4D84-4E11-6A8C849F58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4C8E4-BCE6-BD51-32C6-79901874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CA79-8911-3C66-2ED0-1E57499D3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64C7D-9397-4719-1401-590068A2F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0554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FFFEB-13C8-D5A4-3A33-2B7F63201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C9A6D-FAC5-C481-F4B3-CB4C18D93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70D09-6A57-5C69-7474-8DB3997D8C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63DF6D-C600-1700-D444-3386A360FD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94049-4701-135A-0342-DAA53386A6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36126C-FDC4-A901-B3E2-0CB55EA4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51EF0-BE7B-CD92-58FA-29C59C3C3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B1E7F-884F-E5F6-DD04-65AF8C31B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343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7E32-E538-A766-DEEA-0B200E1E0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CC5488-B9AD-2215-8F17-5B600C44C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33502-D9C7-CB88-4032-BC8C6F66D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E471A-4049-17EC-BB69-15B0D391B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0177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25B664-18E0-B98E-6939-F9627AF52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A4FB04-B407-9243-5BCA-079BB8FC2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CE8F0A-A0C8-9A12-E8D8-4A9244F9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49227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959F-4637-6EC9-9BA6-53EB0234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D8A17-16E8-DA84-6546-399B88AC6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37E09D-F356-566D-9450-50AD7435E2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907EEB-1D8C-061B-7FDF-8C262A80D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36BE5-D4EA-191C-56E4-EDE502BC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7A5C9-9B9B-B25B-2241-1132DF09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02747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E2157-4338-5D6E-BA7C-EA3AD50B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35B66E-2DFF-0789-B2C8-78D7321C8C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5ED4-5D57-6DED-5C28-80D7D981DD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39BF3-E45F-77A0-66DA-CF3C8AF19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0F9C3E-CF11-2176-8EE4-CC2C53403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DD231-0665-E8BE-6AFD-2498D4B86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3109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6802-89FC-0007-8041-EBB1E8A0D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9BC521-2807-398D-FFFA-0315F73FE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85C9E-29D0-6A94-8618-E5926FB05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4FB1D-2711-5C46-BA9D-A3F1B969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E9239-DF0F-0447-2465-4E30B23D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2337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FA854-F153-1FED-9F09-18E753CD2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3A177-4368-D2AA-75B8-DB78985B6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FDE1D-4EE5-625A-3A89-E6990B319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3EDEC-34C2-5B3D-5E4C-9F7CF9CB5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4251-E99B-5ACB-F02E-CC920BB1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8527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64DC1-E062-7E15-6F21-142D98343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61A32-2B21-58B0-E42A-744FF4421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AEBF2-97CF-4C8C-D5B5-1274B86FD9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2D183-BAD4-2747-ABBC-F72F6748517E}" type="datetimeFigureOut">
              <a:rPr lang="en-CN" smtClean="0"/>
              <a:t>2026/3/26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8CCA6-A257-E529-7152-EEB021B01A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B141A-5192-4A89-E1BB-5C0AAA88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5D75D3-050B-D244-8F42-E1927F545147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4736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92C994-C9BA-FB1B-F9C1-AAB1311B3E7B}"/>
              </a:ext>
            </a:extLst>
          </p:cNvPr>
          <p:cNvSpPr txBox="1"/>
          <p:nvPr/>
        </p:nvSpPr>
        <p:spPr>
          <a:xfrm>
            <a:off x="328409" y="364245"/>
            <a:ext cx="1153518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温馨提示</a:t>
            </a:r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：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  <a:p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您所使用的财产属于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  <a:p>
            <a:pPr algn="ctr"/>
            <a:r>
              <a:rPr lang="en-US" altLang="zh-CN" sz="8000" b="1" dirty="0">
                <a:solidFill>
                  <a:srgbClr val="B72A2C"/>
                </a:solidFill>
                <a:latin typeface="Times New Roman" panose="02020603050405020304" pitchFamily="18" charset="0"/>
                <a:ea typeface="MiSans Heavy" pitchFamily="2" charset="-122"/>
                <a:cs typeface="Times New Roman" panose="02020603050405020304" pitchFamily="18" charset="0"/>
              </a:rPr>
              <a:t>Attractive aroma café</a:t>
            </a:r>
          </a:p>
          <a:p>
            <a:pPr algn="ctr"/>
            <a:r>
              <a:rPr lang="zh-CN" altLang="en-US" sz="8000" b="1" dirty="0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公用财产、</a:t>
            </a:r>
            <a:r>
              <a:rPr lang="zh-CN" altLang="en-US" sz="8000" b="1">
                <a:latin typeface="MiSans Heavy" pitchFamily="2" charset="-122"/>
                <a:ea typeface="MiSans Heavy" pitchFamily="2" charset="-122"/>
                <a:cs typeface="MiSans Heavy" pitchFamily="2" charset="-122"/>
              </a:rPr>
              <a:t>仅限店内使用</a:t>
            </a:r>
            <a:endParaRPr lang="en-US" altLang="zh-CN" sz="8000" b="1" dirty="0">
              <a:latin typeface="MiSans Heavy" pitchFamily="2" charset="-122"/>
              <a:ea typeface="MiSans Heavy" pitchFamily="2" charset="-122"/>
              <a:cs typeface="MiSans Heavy" pitchFamily="2" charset="-12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43D7D-2643-47AB-95F8-C68F090056AA}"/>
              </a:ext>
            </a:extLst>
          </p:cNvPr>
          <p:cNvSpPr txBox="1"/>
          <p:nvPr/>
        </p:nvSpPr>
        <p:spPr>
          <a:xfrm>
            <a:off x="279093" y="5433087"/>
            <a:ext cx="11633813" cy="1021556"/>
          </a:xfrm>
          <a:prstGeom prst="round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N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使用后请归还</a:t>
            </a:r>
            <a:r>
              <a:rPr lang="zh-CN" altLang="en-US" sz="5400" b="1" dirty="0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；如有</a:t>
            </a:r>
            <a:r>
              <a:rPr lang="zh-CN" altLang="en-US" sz="5400" b="1">
                <a:solidFill>
                  <a:schemeClr val="bg1"/>
                </a:solidFill>
                <a:latin typeface="MiSans" pitchFamily="2" charset="-122"/>
                <a:ea typeface="MiSans" pitchFamily="2" charset="-122"/>
                <a:cs typeface="MiSans" pitchFamily="2" charset="-122"/>
              </a:rPr>
              <a:t>损坏请及时告知</a:t>
            </a:r>
            <a:endParaRPr lang="en-CN" sz="5400" b="1" dirty="0">
              <a:solidFill>
                <a:schemeClr val="bg1"/>
              </a:solidFill>
              <a:latin typeface="MiSans" pitchFamily="2" charset="-122"/>
              <a:ea typeface="MiSans" pitchFamily="2" charset="-122"/>
              <a:cs typeface="MiSans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E976D5-41F0-72FD-3924-9FDC6F638019}"/>
              </a:ext>
            </a:extLst>
          </p:cNvPr>
          <p:cNvSpPr txBox="1"/>
          <p:nvPr/>
        </p:nvSpPr>
        <p:spPr>
          <a:xfrm>
            <a:off x="0" y="6454643"/>
            <a:ext cx="7661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所有财产已经建档保存</a:t>
            </a:r>
            <a:r>
              <a:rPr lang="zh-CN" altLang="en-US" sz="16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。联系邮箱：</a:t>
            </a:r>
            <a:r>
              <a:rPr lang="en-US" altLang="zh-CN" sz="16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cafe@aacafe.top</a:t>
            </a:r>
            <a:endParaRPr lang="en-CN" sz="16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A35139-9971-00E6-F381-E512025EC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5137" y1="31152" x2="18652" y2="43359"/>
                        <a14:foregroundMark x1="18652" y1="43359" x2="15039" y2="32031"/>
                        <a14:foregroundMark x1="15430" y1="32715" x2="18457" y2="45020"/>
                        <a14:foregroundMark x1="18457" y1="45020" x2="18457" y2="45020"/>
                        <a14:foregroundMark x1="58789" y1="33887" x2="51270" y2="32324"/>
                        <a14:foregroundMark x1="48828" y1="35840" x2="26172" y2="40039"/>
                        <a14:foregroundMark x1="33594" y1="20508" x2="59375" y2="16406"/>
                        <a14:foregroundMark x1="59375" y1="16406" x2="34082" y2="17188"/>
                        <a14:foregroundMark x1="42480" y1="14258" x2="56641" y2="13770"/>
                        <a14:foregroundMark x1="56641" y1="13770" x2="77441" y2="19336"/>
                        <a14:foregroundMark x1="61035" y1="15430" x2="77734" y2="18359"/>
                        <a14:foregroundMark x1="85938" y1="29688" x2="86426" y2="42578"/>
                        <a14:foregroundMark x1="86426" y1="42578" x2="86230" y2="42480"/>
                        <a14:foregroundMark x1="86816" y1="28711" x2="86621" y2="45215"/>
                        <a14:foregroundMark x1="84277" y1="32813" x2="42578" y2="31543"/>
                        <a14:foregroundMark x1="47168" y1="29004" x2="31348" y2="29102"/>
                        <a14:foregroundMark x1="31543" y1="29004" x2="24121" y2="29785"/>
                        <a14:foregroundMark x1="28809" y1="52539" x2="40625" y2="73047"/>
                        <a14:foregroundMark x1="40625" y1="73047" x2="53223" y2="81934"/>
                        <a14:foregroundMark x1="53223" y1="81934" x2="53418" y2="81836"/>
                        <a14:foregroundMark x1="42773" y1="50098" x2="58789" y2="46484"/>
                        <a14:foregroundMark x1="58789" y1="46484" x2="59473" y2="46484"/>
                        <a14:foregroundMark x1="62695" y1="40625" x2="51563" y2="53125"/>
                        <a14:foregroundMark x1="51563" y1="53125" x2="60840" y2="555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271068" y="133605"/>
            <a:ext cx="5785430" cy="5785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E65EE0B-1E5F-6D78-4FB0-FB6E1353BCBB}"/>
              </a:ext>
            </a:extLst>
          </p:cNvPr>
          <p:cNvSpPr txBox="1"/>
          <p:nvPr/>
        </p:nvSpPr>
        <p:spPr>
          <a:xfrm>
            <a:off x="4530792" y="6506727"/>
            <a:ext cx="76612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AA Caf</a:t>
            </a:r>
            <a:r>
              <a:rPr lang="en-US" sz="1100" dirty="0" err="1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é</a:t>
            </a:r>
            <a:r>
              <a:rPr lang="zh-CN" altLang="en-CN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管理组</a:t>
            </a:r>
            <a:r>
              <a:rPr lang="zh-CN" altLang="en-US" sz="1100" dirty="0">
                <a:latin typeface="MiSans Semibold" pitchFamily="2" charset="-122"/>
                <a:ea typeface="MiSans Semibold" pitchFamily="2" charset="-122"/>
                <a:cs typeface="MiSans Semibold" pitchFamily="2" charset="-122"/>
              </a:rPr>
              <a:t> 监制</a:t>
            </a:r>
            <a:endParaRPr lang="en-CN" sz="1100" dirty="0">
              <a:latin typeface="MiSans Semibold" pitchFamily="2" charset="-122"/>
              <a:ea typeface="MiSans Semibold" pitchFamily="2" charset="-122"/>
              <a:cs typeface="MiSans Semibold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7275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44</Words>
  <Application>Microsoft Macintosh PowerPoint</Application>
  <PresentationFormat>Widescreen</PresentationFormat>
  <Paragraphs>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MiSans</vt:lpstr>
      <vt:lpstr>MiSans Heavy</vt:lpstr>
      <vt:lpstr>MiSans Semibold</vt:lpstr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 Anson</dc:creator>
  <cp:lastModifiedBy>Qu Anson</cp:lastModifiedBy>
  <cp:revision>8</cp:revision>
  <dcterms:created xsi:type="dcterms:W3CDTF">2025-12-29T05:44:40Z</dcterms:created>
  <dcterms:modified xsi:type="dcterms:W3CDTF">2026-03-26T05:06:30Z</dcterms:modified>
</cp:coreProperties>
</file>