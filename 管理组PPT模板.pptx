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7" r:id="rId2"/>
    <p:sldId id="265" r:id="rId3"/>
    <p:sldId id="260" r:id="rId4"/>
    <p:sldId id="282" r:id="rId5"/>
    <p:sldId id="263" r:id="rId6"/>
    <p:sldId id="281" r:id="rId7"/>
    <p:sldId id="278" r:id="rId8"/>
    <p:sldId id="280" r:id="rId9"/>
    <p:sldId id="279" r:id="rId10"/>
    <p:sldId id="269" r:id="rId11"/>
    <p:sldId id="272" r:id="rId12"/>
  </p:sldIdLst>
  <p:sldSz cx="12192000" cy="6858000"/>
  <p:notesSz cx="6858000" cy="9144000"/>
  <p:embeddedFontLst>
    <p:embeddedFont>
      <p:font typeface="等线" panose="02010600030101010101" pitchFamily="2" charset="-122"/>
      <p:regular r:id="rId13"/>
      <p:bold r:id="rId14"/>
    </p:embeddedFont>
    <p:embeddedFont>
      <p:font typeface="MiSans" pitchFamily="2" charset="-122"/>
      <p:regular r:id="rId15"/>
      <p:bold r:id="rId16"/>
    </p:embeddedFont>
    <p:embeddedFont>
      <p:font typeface="MiSans Heavy" pitchFamily="2" charset="-122"/>
      <p:bold r:id="rId17"/>
    </p:embeddedFont>
    <p:embeddedFont>
      <p:font typeface="MiSans Medium" pitchFamily="2" charset="-122"/>
      <p:regular r:id="rId18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B323C"/>
    <a:srgbClr val="6A1B16"/>
    <a:srgbClr val="841D1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700"/>
    <p:restoredTop sz="94694"/>
  </p:normalViewPr>
  <p:slideViewPr>
    <p:cSldViewPr snapToGrid="0">
      <p:cViewPr varScale="1">
        <p:scale>
          <a:sx n="121" d="100"/>
          <a:sy n="121" d="100"/>
        </p:scale>
        <p:origin x="99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gradFill>
          <a:gsLst>
            <a:gs pos="100000">
              <a:srgbClr val="6A1B16"/>
            </a:gs>
            <a:gs pos="0">
              <a:schemeClr val="accent4">
                <a:lumMod val="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CCEDD0-2B44-9413-2A89-444C50F1765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4768" y="1445611"/>
            <a:ext cx="10902463" cy="2464900"/>
          </a:xfrm>
        </p:spPr>
        <p:txBody>
          <a:bodyPr anchor="b"/>
          <a:lstStyle>
            <a:lvl1pPr algn="ctr">
              <a:defRPr sz="6000" b="1" i="0">
                <a:latin typeface="MiSans" pitchFamily="2" charset="-122"/>
                <a:ea typeface="MiSans" pitchFamily="2" charset="-122"/>
                <a:cs typeface="MiSans" pitchFamily="2" charset="-122"/>
              </a:defRPr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BB05CE4-C4F2-F9DF-A3BB-5F58E5CC08F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4065100"/>
            <a:ext cx="9144000" cy="1655762"/>
          </a:xfrm>
        </p:spPr>
        <p:txBody>
          <a:bodyPr/>
          <a:lstStyle>
            <a:lvl1pPr marL="0" indent="0" algn="ctr">
              <a:buNone/>
              <a:defRPr sz="2400" b="0" i="0">
                <a:latin typeface="MiSans Medium" pitchFamily="2" charset="-122"/>
                <a:ea typeface="MiSans Medium" pitchFamily="2" charset="-122"/>
                <a:cs typeface="MiSans Medium" pitchFamily="2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 dirty="0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92FFF3D-1DBD-8E13-D439-099D231F3EE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72FE1FC-DE75-D745-A0DF-9B2563CCAD4C}" type="datetimeFigureOut">
              <a:rPr kumimoji="1" lang="zh-CN" altLang="en-US" smtClean="0"/>
              <a:t>2026/1/18</a:t>
            </a:fld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54FD1E8-BABA-DEA6-878F-9A613C1FC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2F5A9-78D3-DC44-9345-B3C5C58E485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96818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93F1AC-58AF-BDDE-D7EF-63C97A8C27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7FA9B4E-DC99-372D-6751-554BE13E1F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2130E4D-D1F5-80BC-9C20-B18521F62C0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72FE1FC-DE75-D745-A0DF-9B2563CCAD4C}" type="datetimeFigureOut">
              <a:rPr kumimoji="1" lang="zh-CN" altLang="en-US" smtClean="0"/>
              <a:t>2026/1/18</a:t>
            </a:fld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731637A-8B37-ADF8-8D9F-7B9FB55BD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2F5A9-78D3-DC44-9345-B3C5C58E485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403051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BC1555-AB84-43C3-3066-8A9AFB1E51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40523"/>
            <a:ext cx="10515600" cy="2721952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17EFF7C-E572-3997-1EDD-86E419E36E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 dirty="0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F84363-9320-6ACE-44F2-BF5126D727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72FE1FC-DE75-D745-A0DF-9B2563CCAD4C}" type="datetimeFigureOut">
              <a:rPr kumimoji="1" lang="zh-CN" altLang="en-US" smtClean="0"/>
              <a:t>2026/1/18</a:t>
            </a:fld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C2DBA40-18EA-B73E-EC02-68CDF662E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2F5A9-78D3-DC44-9345-B3C5C58E485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187174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BFDA24-60A0-A20C-4273-A55BD702C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002F912-9BC0-4AAB-1B46-542D8D3BDE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5C6E58E-B65F-5F49-7C61-A8D0CC20F4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A2C2310-8F60-AE6E-743F-0C151474D14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72FE1FC-DE75-D745-A0DF-9B2563CCAD4C}" type="datetimeFigureOut">
              <a:rPr kumimoji="1" lang="zh-CN" altLang="en-US" smtClean="0"/>
              <a:t>2026/1/18</a:t>
            </a:fld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CB0B4EC-D04B-6212-4F5A-4079ACE1E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2F5A9-78D3-DC44-9345-B3C5C58E485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96205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FF4C42-A0B7-22AE-F362-E05B6C4E3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8741AE7-1516-C4DE-30F6-21CAD9F96E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3C422DB-633A-CE27-04D6-201C0C68C3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9F1DFCD-51B4-E33E-837B-695B90C797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5B688EA-6C9A-E992-F506-1F73BAE14B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CAEC3DE-AEEC-3458-669C-C2803604F3E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72FE1FC-DE75-D745-A0DF-9B2563CCAD4C}" type="datetimeFigureOut">
              <a:rPr kumimoji="1" lang="zh-CN" altLang="en-US" smtClean="0"/>
              <a:t>2026/1/18</a:t>
            </a:fld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39F2FC1-C9B8-F4B8-F8B3-FDCE815FD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2F5A9-78D3-DC44-9345-B3C5C58E485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450147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155307-48F4-C9F4-00F3-127D8CD15A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766218"/>
            <a:ext cx="10515600" cy="1325563"/>
          </a:xfrm>
        </p:spPr>
        <p:txBody>
          <a:bodyPr/>
          <a:lstStyle>
            <a:lvl1pPr algn="ctr">
              <a:defRPr b="1" i="0">
                <a:latin typeface="MiSans" pitchFamily="2" charset="-122"/>
                <a:ea typeface="MiSans" pitchFamily="2" charset="-122"/>
                <a:cs typeface="MiSans" pitchFamily="2" charset="-122"/>
              </a:defRPr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D93F359-68F7-262A-CCD2-3B48D5831E5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72FE1FC-DE75-D745-A0DF-9B2563CCAD4C}" type="datetimeFigureOut">
              <a:rPr kumimoji="1" lang="zh-CN" altLang="en-US" smtClean="0"/>
              <a:t>2026/1/18</a:t>
            </a:fld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D72A30B-67A5-E30D-1CB1-B27716281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2F5A9-78D3-DC44-9345-B3C5C58E485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80175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F573DFA-45FE-AE46-3B46-924BE567A5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72FE1FC-DE75-D745-A0DF-9B2563CCAD4C}" type="datetimeFigureOut">
              <a:rPr kumimoji="1" lang="zh-CN" altLang="en-US" smtClean="0"/>
              <a:t>2026/1/18</a:t>
            </a:fld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8B8504A-4CE3-9F1D-332A-9267AA702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2F5A9-78D3-DC44-9345-B3C5C58E485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801515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9F58A5-61B7-09D1-71F7-449FD7A84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1E7F337-B266-726D-21DB-3E57DD96E1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43901EA-3EAA-02C8-330C-4F6A47AA3E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819622B-6FEB-6352-F452-17436BEBA7E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72FE1FC-DE75-D745-A0DF-9B2563CCAD4C}" type="datetimeFigureOut">
              <a:rPr kumimoji="1" lang="zh-CN" altLang="en-US" smtClean="0"/>
              <a:t>2026/1/18</a:t>
            </a:fld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8E988D1-0BED-D5D4-5CF6-F4FE5309A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2F5A9-78D3-DC44-9345-B3C5C58E485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62087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23D470-E63C-E86A-6E5C-CD76A5B0A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08572AA-AB75-E337-38F6-EBD75DA290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7691965-22BB-ABF4-62C5-D7141FC1C6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4E006C3-D833-F28B-8F29-126C534E024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72FE1FC-DE75-D745-A0DF-9B2563CCAD4C}" type="datetimeFigureOut">
              <a:rPr kumimoji="1" lang="zh-CN" altLang="en-US" smtClean="0"/>
              <a:t>2026/1/18</a:t>
            </a:fld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3754ACD-765B-BEC3-7A64-9B41FB380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2F5A9-78D3-DC44-9345-B3C5C58E485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56482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FBB57B-03BF-AB44-2A8E-2C6F03DAA6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502E740-E3F1-142E-CD9F-9CFE5E43DA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3088CD2-5589-0204-2008-F9E825E3663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72FE1FC-DE75-D745-A0DF-9B2563CCAD4C}" type="datetimeFigureOut">
              <a:rPr kumimoji="1" lang="zh-CN" altLang="en-US" smtClean="0"/>
              <a:t>2026/1/18</a:t>
            </a:fld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25DB8AD-8D42-8610-DE37-15E2F6CBE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2F5A9-78D3-DC44-9345-B3C5C58E485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642222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FAD0AA5-D23C-E00F-4A4A-A9D11CBA58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341969E-2633-FC29-CA3E-590FD69628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A0D66AF-C9D7-E52F-3941-C8C7F33E38E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72FE1FC-DE75-D745-A0DF-9B2563CCAD4C}" type="datetimeFigureOut">
              <a:rPr kumimoji="1" lang="zh-CN" altLang="en-US" smtClean="0"/>
              <a:t>2026/1/18</a:t>
            </a:fld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40C35DC-0301-9B93-9586-1DF6EB6D7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2F5A9-78D3-DC44-9345-B3C5C58E485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251714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rgbClr val="841D16"/>
            </a:gs>
            <a:gs pos="0">
              <a:schemeClr val="accent4">
                <a:lumMod val="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E3BDD35-F9D1-CE7F-0DC4-FD77F5418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66D6717-B63B-4B0D-41D6-1F89A7FE33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6AC52B1-3C47-2E73-54E0-1281FF6C00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>
                <a:solidFill>
                  <a:srgbClr val="CB323C"/>
                </a:solidFill>
                <a:latin typeface="MiSans Medium" pitchFamily="2" charset="-122"/>
                <a:ea typeface="MiSans Medium" pitchFamily="2" charset="-122"/>
                <a:cs typeface="MiSans Medium" pitchFamily="2" charset="-122"/>
              </a:defRPr>
            </a:lvl1pPr>
          </a:lstStyle>
          <a:p>
            <a:fld id="{F72FE1FC-DE75-D745-A0DF-9B2563CCAD4C}" type="datetimeFigureOut">
              <a:rPr kumimoji="1" lang="zh-CN" altLang="en-US" smtClean="0"/>
              <a:pPr/>
              <a:t>2026/1/18</a:t>
            </a:fld>
            <a:endParaRPr kumimoji="1"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D79389D-EDC3-0172-7276-64C3AD368B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02F5A9-78D3-DC44-9345-B3C5C58E485E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0DD94F5-9EE3-13D6-BC23-0DB93F8A8873}"/>
              </a:ext>
            </a:extLst>
          </p:cNvPr>
          <p:cNvSpPr txBox="1"/>
          <p:nvPr userDrawn="1"/>
        </p:nvSpPr>
        <p:spPr>
          <a:xfrm>
            <a:off x="4103077" y="6356350"/>
            <a:ext cx="39858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b="1" i="0" dirty="0">
                <a:solidFill>
                  <a:schemeClr val="bg1"/>
                </a:solidFill>
                <a:latin typeface="MiSans Heavy" pitchFamily="2" charset="-122"/>
                <a:ea typeface="MiSans Heavy" pitchFamily="2" charset="-122"/>
                <a:cs typeface="MiSans Heavy" pitchFamily="2" charset="-122"/>
              </a:rPr>
              <a:t>Attractive Aroma Café</a:t>
            </a:r>
            <a:r>
              <a:rPr kumimoji="1" lang="zh-CN" altLang="en-US" b="1" i="0" dirty="0">
                <a:solidFill>
                  <a:schemeClr val="bg1"/>
                </a:solidFill>
                <a:latin typeface="MiSans Heavy" pitchFamily="2" charset="-122"/>
                <a:ea typeface="MiSans Heavy" pitchFamily="2" charset="-122"/>
                <a:cs typeface="MiSans Heavy" pitchFamily="2" charset="-122"/>
              </a:rPr>
              <a:t> </a:t>
            </a:r>
            <a:r>
              <a:rPr kumimoji="1" lang="en-US" altLang="zh-CN" b="1" i="0" dirty="0">
                <a:solidFill>
                  <a:schemeClr val="bg1"/>
                </a:solidFill>
                <a:latin typeface="MiSans Heavy" pitchFamily="2" charset="-122"/>
                <a:ea typeface="MiSans Heavy" pitchFamily="2" charset="-122"/>
                <a:cs typeface="MiSans Heavy" pitchFamily="2" charset="-122"/>
              </a:rPr>
              <a:t>Mgmt. </a:t>
            </a:r>
            <a:endParaRPr kumimoji="1" lang="zh-CN" altLang="en-US" b="1" i="0" dirty="0">
              <a:solidFill>
                <a:schemeClr val="bg1"/>
              </a:solidFill>
              <a:latin typeface="MiSans Heavy" pitchFamily="2" charset="-122"/>
              <a:ea typeface="MiSans Heavy" pitchFamily="2" charset="-122"/>
              <a:cs typeface="MiSans Heavy" pitchFamily="2" charset="-122"/>
            </a:endParaRPr>
          </a:p>
        </p:txBody>
      </p:sp>
      <p:pic>
        <p:nvPicPr>
          <p:cNvPr id="7" name="Picture 6" descr="A red circle with a drawing of a coffee cup&#10;&#10;AI-generated content may be incorrect.">
            <a:extLst>
              <a:ext uri="{FF2B5EF4-FFF2-40B4-BE49-F238E27FC236}">
                <a16:creationId xmlns:a16="http://schemas.microsoft.com/office/drawing/2014/main" id="{968BAD85-413F-5370-12DD-60D80A7A619B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733454" y="0"/>
            <a:ext cx="1458546" cy="1458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628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bg1"/>
          </a:solidFill>
          <a:latin typeface="MiSans Medium" pitchFamily="2" charset="-122"/>
          <a:ea typeface="MiSans Medium" pitchFamily="2" charset="-122"/>
          <a:cs typeface="MiSans Medium" pitchFamily="2" charset="-122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MiSans Medium" pitchFamily="2" charset="-122"/>
          <a:ea typeface="MiSans Medium" pitchFamily="2" charset="-122"/>
          <a:cs typeface="MiSans Medium" pitchFamily="2" charset="-122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MiSans Medium" pitchFamily="2" charset="-122"/>
          <a:ea typeface="MiSans Medium" pitchFamily="2" charset="-122"/>
          <a:cs typeface="MiSans Medium" pitchFamily="2" charset="-122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MiSans Medium" pitchFamily="2" charset="-122"/>
          <a:ea typeface="MiSans Medium" pitchFamily="2" charset="-122"/>
          <a:cs typeface="MiSans Medium" pitchFamily="2" charset="-122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MiSans Medium" pitchFamily="2" charset="-122"/>
          <a:ea typeface="MiSans Medium" pitchFamily="2" charset="-122"/>
          <a:cs typeface="MiSans Medium" pitchFamily="2" charset="-122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MiSans Medium" pitchFamily="2" charset="-122"/>
          <a:ea typeface="MiSans Medium" pitchFamily="2" charset="-122"/>
          <a:cs typeface="MiSans Medium" pitchFamily="2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rgbClr val="6A1B16"/>
            </a:gs>
            <a:gs pos="0">
              <a:schemeClr val="accent4">
                <a:lumMod val="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C9CA37-5D68-8C95-34AD-7A9F2127901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zh-CN" altLang="en-US" dirty="0"/>
              <a:t>主题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41D8FFE-F064-8084-52C2-686A12A287F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Attractive Aroma Café Management</a:t>
            </a:r>
            <a:r>
              <a:rPr lang="zh-CN" altLang="en-US" dirty="0"/>
              <a:t> </a:t>
            </a:r>
            <a:r>
              <a:rPr lang="en-US" altLang="zh-CN" dirty="0"/>
              <a:t>Group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72179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4859D6-9E36-AD68-5EB9-FD2257166B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9916"/>
            <a:ext cx="1916723" cy="1325563"/>
          </a:xfrm>
        </p:spPr>
        <p:txBody>
          <a:bodyPr/>
          <a:lstStyle/>
          <a:p>
            <a:pPr algn="l"/>
            <a:r>
              <a:rPr kumimoji="1" lang="zh-CN" altLang="en-US" dirty="0"/>
              <a:t>目录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B056819-D882-1F82-D5E5-107FDC261130}"/>
              </a:ext>
            </a:extLst>
          </p:cNvPr>
          <p:cNvSpPr txBox="1"/>
          <p:nvPr/>
        </p:nvSpPr>
        <p:spPr>
          <a:xfrm>
            <a:off x="1014736" y="2073041"/>
            <a:ext cx="130126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7200" b="1" dirty="0">
                <a:solidFill>
                  <a:schemeClr val="bg1"/>
                </a:solidFill>
                <a:latin typeface="MiSans Heavy" pitchFamily="2" charset="-122"/>
                <a:ea typeface="MiSans Heavy" pitchFamily="2" charset="-122"/>
                <a:cs typeface="MiSans Heavy" pitchFamily="2" charset="-122"/>
              </a:rPr>
              <a:t>01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FBB0E7C-EE97-5407-CBDF-84B35A5A42BE}"/>
              </a:ext>
            </a:extLst>
          </p:cNvPr>
          <p:cNvSpPr txBox="1"/>
          <p:nvPr/>
        </p:nvSpPr>
        <p:spPr>
          <a:xfrm>
            <a:off x="6272536" y="2084764"/>
            <a:ext cx="140676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7200" b="1" dirty="0">
                <a:solidFill>
                  <a:schemeClr val="bg1"/>
                </a:solidFill>
                <a:latin typeface="MiSans Heavy" pitchFamily="2" charset="-122"/>
                <a:ea typeface="MiSans Heavy" pitchFamily="2" charset="-122"/>
                <a:cs typeface="MiSans Heavy" pitchFamily="2" charset="-122"/>
              </a:rPr>
              <a:t>02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0A7F8D3-EB6D-240B-8D49-FDC4C6F3469C}"/>
              </a:ext>
            </a:extLst>
          </p:cNvPr>
          <p:cNvSpPr txBox="1"/>
          <p:nvPr/>
        </p:nvSpPr>
        <p:spPr>
          <a:xfrm>
            <a:off x="2315998" y="2392541"/>
            <a:ext cx="33703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200" dirty="0">
                <a:solidFill>
                  <a:schemeClr val="bg1"/>
                </a:solidFill>
                <a:latin typeface="MiSans Medium" pitchFamily="2" charset="-122"/>
                <a:ea typeface="MiSans Medium" pitchFamily="2" charset="-122"/>
                <a:cs typeface="MiSans Medium" pitchFamily="2" charset="-122"/>
              </a:rPr>
              <a:t>标题</a:t>
            </a:r>
            <a:r>
              <a:rPr kumimoji="1" lang="en-US" altLang="zh-CN" sz="3200" dirty="0">
                <a:solidFill>
                  <a:schemeClr val="bg1"/>
                </a:solidFill>
                <a:latin typeface="MiSans Medium" pitchFamily="2" charset="-122"/>
                <a:ea typeface="MiSans Medium" pitchFamily="2" charset="-122"/>
                <a:cs typeface="MiSans Medium" pitchFamily="2" charset="-122"/>
              </a:rPr>
              <a:t>1</a:t>
            </a:r>
            <a:endParaRPr kumimoji="1" lang="zh-CN" altLang="en-US" sz="3200" dirty="0">
              <a:solidFill>
                <a:schemeClr val="bg1"/>
              </a:solidFill>
              <a:latin typeface="MiSans Medium" pitchFamily="2" charset="-122"/>
              <a:ea typeface="MiSans Medium" pitchFamily="2" charset="-122"/>
              <a:cs typeface="MiSans Medium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2013CFB-7CA1-2ABC-3D6B-B99000D05690}"/>
              </a:ext>
            </a:extLst>
          </p:cNvPr>
          <p:cNvSpPr txBox="1"/>
          <p:nvPr/>
        </p:nvSpPr>
        <p:spPr>
          <a:xfrm>
            <a:off x="7679305" y="4579929"/>
            <a:ext cx="33703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200" dirty="0">
                <a:solidFill>
                  <a:schemeClr val="bg1"/>
                </a:solidFill>
                <a:latin typeface="MiSans Medium" pitchFamily="2" charset="-122"/>
                <a:ea typeface="MiSans Medium" pitchFamily="2" charset="-122"/>
                <a:cs typeface="MiSans Medium" pitchFamily="2" charset="-122"/>
              </a:rPr>
              <a:t>标题</a:t>
            </a:r>
            <a:r>
              <a:rPr kumimoji="1" lang="en-US" altLang="zh-CN" sz="3200" dirty="0">
                <a:solidFill>
                  <a:schemeClr val="bg1"/>
                </a:solidFill>
                <a:latin typeface="MiSans Medium" pitchFamily="2" charset="-122"/>
                <a:ea typeface="MiSans Medium" pitchFamily="2" charset="-122"/>
                <a:cs typeface="MiSans Medium" pitchFamily="2" charset="-122"/>
              </a:rPr>
              <a:t>4</a:t>
            </a:r>
            <a:endParaRPr kumimoji="1" lang="zh-CN" altLang="en-US" sz="3200" dirty="0">
              <a:solidFill>
                <a:schemeClr val="bg1"/>
              </a:solidFill>
              <a:latin typeface="MiSans Medium" pitchFamily="2" charset="-122"/>
              <a:ea typeface="MiSans Medium" pitchFamily="2" charset="-122"/>
              <a:cs typeface="MiSans Medium" pitchFamily="2" charset="-122"/>
            </a:endParaRPr>
          </a:p>
        </p:txBody>
      </p:sp>
      <p:sp>
        <p:nvSpPr>
          <p:cNvPr id="4" name="文本框 2">
            <a:extLst>
              <a:ext uri="{FF2B5EF4-FFF2-40B4-BE49-F238E27FC236}">
                <a16:creationId xmlns:a16="http://schemas.microsoft.com/office/drawing/2014/main" id="{C1EBEFD8-4115-745B-B5B6-B6B32B30E4A2}"/>
              </a:ext>
            </a:extLst>
          </p:cNvPr>
          <p:cNvSpPr txBox="1"/>
          <p:nvPr/>
        </p:nvSpPr>
        <p:spPr>
          <a:xfrm>
            <a:off x="1014736" y="4260429"/>
            <a:ext cx="140676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7200" b="1" dirty="0">
                <a:solidFill>
                  <a:schemeClr val="bg1"/>
                </a:solidFill>
                <a:latin typeface="MiSans Heavy" pitchFamily="2" charset="-122"/>
                <a:ea typeface="MiSans Heavy" pitchFamily="2" charset="-122"/>
                <a:cs typeface="MiSans Heavy" pitchFamily="2" charset="-122"/>
              </a:rPr>
              <a:t>03</a:t>
            </a:r>
          </a:p>
        </p:txBody>
      </p:sp>
      <p:sp>
        <p:nvSpPr>
          <p:cNvPr id="5" name="文本框 5">
            <a:extLst>
              <a:ext uri="{FF2B5EF4-FFF2-40B4-BE49-F238E27FC236}">
                <a16:creationId xmlns:a16="http://schemas.microsoft.com/office/drawing/2014/main" id="{837C2C46-77D1-6528-8993-899AC432911E}"/>
              </a:ext>
            </a:extLst>
          </p:cNvPr>
          <p:cNvSpPr txBox="1"/>
          <p:nvPr/>
        </p:nvSpPr>
        <p:spPr>
          <a:xfrm>
            <a:off x="6272536" y="4272152"/>
            <a:ext cx="152675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7200" b="1" dirty="0">
                <a:solidFill>
                  <a:schemeClr val="bg1"/>
                </a:solidFill>
                <a:latin typeface="MiSans Heavy" pitchFamily="2" charset="-122"/>
                <a:ea typeface="MiSans Heavy" pitchFamily="2" charset="-122"/>
                <a:cs typeface="MiSans Heavy" pitchFamily="2" charset="-122"/>
              </a:rPr>
              <a:t>04</a:t>
            </a:r>
          </a:p>
        </p:txBody>
      </p:sp>
      <p:sp>
        <p:nvSpPr>
          <p:cNvPr id="7" name="文本框 8">
            <a:extLst>
              <a:ext uri="{FF2B5EF4-FFF2-40B4-BE49-F238E27FC236}">
                <a16:creationId xmlns:a16="http://schemas.microsoft.com/office/drawing/2014/main" id="{9396B9DE-CB3C-A60B-8EB6-78583C3FA64B}"/>
              </a:ext>
            </a:extLst>
          </p:cNvPr>
          <p:cNvSpPr txBox="1"/>
          <p:nvPr/>
        </p:nvSpPr>
        <p:spPr>
          <a:xfrm>
            <a:off x="2315998" y="4579929"/>
            <a:ext cx="33703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200" dirty="0">
                <a:solidFill>
                  <a:schemeClr val="bg1"/>
                </a:solidFill>
                <a:latin typeface="MiSans Medium" pitchFamily="2" charset="-122"/>
                <a:ea typeface="MiSans Medium" pitchFamily="2" charset="-122"/>
                <a:cs typeface="MiSans Medium" pitchFamily="2" charset="-122"/>
              </a:rPr>
              <a:t>标题</a:t>
            </a:r>
            <a:r>
              <a:rPr kumimoji="1" lang="en-US" altLang="zh-CN" sz="3200" dirty="0">
                <a:solidFill>
                  <a:schemeClr val="bg1"/>
                </a:solidFill>
                <a:latin typeface="MiSans Medium" pitchFamily="2" charset="-122"/>
                <a:ea typeface="MiSans Medium" pitchFamily="2" charset="-122"/>
                <a:cs typeface="MiSans Medium" pitchFamily="2" charset="-122"/>
              </a:rPr>
              <a:t>3</a:t>
            </a:r>
            <a:endParaRPr kumimoji="1" lang="zh-CN" altLang="en-US" sz="3200" dirty="0">
              <a:solidFill>
                <a:schemeClr val="bg1"/>
              </a:solidFill>
              <a:latin typeface="MiSans Medium" pitchFamily="2" charset="-122"/>
              <a:ea typeface="MiSans Medium" pitchFamily="2" charset="-122"/>
              <a:cs typeface="MiSans Medium" pitchFamily="2" charset="-122"/>
            </a:endParaRPr>
          </a:p>
        </p:txBody>
      </p:sp>
      <p:sp>
        <p:nvSpPr>
          <p:cNvPr id="8" name="文本框 9">
            <a:extLst>
              <a:ext uri="{FF2B5EF4-FFF2-40B4-BE49-F238E27FC236}">
                <a16:creationId xmlns:a16="http://schemas.microsoft.com/office/drawing/2014/main" id="{B5DF4BF2-5389-864B-26E5-5CFBC504223B}"/>
              </a:ext>
            </a:extLst>
          </p:cNvPr>
          <p:cNvSpPr txBox="1"/>
          <p:nvPr/>
        </p:nvSpPr>
        <p:spPr>
          <a:xfrm>
            <a:off x="7679305" y="2392541"/>
            <a:ext cx="33703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200" dirty="0">
                <a:solidFill>
                  <a:schemeClr val="bg1"/>
                </a:solidFill>
                <a:latin typeface="MiSans Medium" pitchFamily="2" charset="-122"/>
                <a:ea typeface="MiSans Medium" pitchFamily="2" charset="-122"/>
                <a:cs typeface="MiSans Medium" pitchFamily="2" charset="-122"/>
              </a:rPr>
              <a:t>标题</a:t>
            </a:r>
            <a:r>
              <a:rPr kumimoji="1" lang="en-US" altLang="zh-CN" sz="3200" dirty="0">
                <a:solidFill>
                  <a:schemeClr val="bg1"/>
                </a:solidFill>
                <a:latin typeface="MiSans Medium" pitchFamily="2" charset="-122"/>
                <a:ea typeface="MiSans Medium" pitchFamily="2" charset="-122"/>
                <a:cs typeface="MiSans Medium" pitchFamily="2" charset="-122"/>
              </a:rPr>
              <a:t>2</a:t>
            </a:r>
            <a:endParaRPr kumimoji="1" lang="zh-CN" altLang="en-US" sz="3200" dirty="0">
              <a:solidFill>
                <a:schemeClr val="bg1"/>
              </a:solidFill>
              <a:latin typeface="MiSans Medium" pitchFamily="2" charset="-122"/>
              <a:ea typeface="MiSans Medium" pitchFamily="2" charset="-122"/>
              <a:cs typeface="MiSans Medium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130898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6" grpId="0"/>
      <p:bldP spid="9" grpId="0"/>
      <p:bldP spid="10" grpId="0"/>
      <p:bldP spid="4" grpId="0"/>
      <p:bldP spid="5" grpId="0"/>
      <p:bldP spid="7" grpId="0"/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3850FF-04F1-D0D0-1B82-5D5248C33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2985439-5263-EA32-6DE0-DF991E465F60}"/>
              </a:ext>
            </a:extLst>
          </p:cNvPr>
          <p:cNvSpPr txBox="1"/>
          <p:nvPr/>
        </p:nvSpPr>
        <p:spPr>
          <a:xfrm>
            <a:off x="4714139" y="1433534"/>
            <a:ext cx="2763718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600" b="1" dirty="0">
                <a:solidFill>
                  <a:schemeClr val="bg1"/>
                </a:solidFill>
                <a:latin typeface="MiSans Heavy" pitchFamily="2" charset="-122"/>
                <a:ea typeface="MiSans Heavy" pitchFamily="2" charset="-122"/>
                <a:cs typeface="MiSans Heavy" pitchFamily="2" charset="-122"/>
              </a:rPr>
              <a:t>01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903FE8D-0CF5-43C7-D00D-79BFB180F2E6}"/>
              </a:ext>
            </a:extLst>
          </p:cNvPr>
          <p:cNvSpPr txBox="1"/>
          <p:nvPr/>
        </p:nvSpPr>
        <p:spPr>
          <a:xfrm>
            <a:off x="2760783" y="3757247"/>
            <a:ext cx="66704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3600" dirty="0">
                <a:solidFill>
                  <a:schemeClr val="bg1"/>
                </a:solidFill>
                <a:latin typeface="MiSans Medium" pitchFamily="2" charset="-122"/>
                <a:ea typeface="MiSans Medium" pitchFamily="2" charset="-122"/>
                <a:cs typeface="MiSans Medium" pitchFamily="2" charset="-122"/>
              </a:rPr>
              <a:t>标题</a:t>
            </a:r>
            <a:r>
              <a:rPr kumimoji="1" lang="en-US" altLang="zh-CN" sz="3600" dirty="0">
                <a:solidFill>
                  <a:schemeClr val="bg1"/>
                </a:solidFill>
                <a:latin typeface="MiSans Medium" pitchFamily="2" charset="-122"/>
                <a:ea typeface="MiSans Medium" pitchFamily="2" charset="-122"/>
                <a:cs typeface="MiSans Medium" pitchFamily="2" charset="-122"/>
              </a:rPr>
              <a:t>1</a:t>
            </a:r>
            <a:endParaRPr kumimoji="1" lang="zh-CN" altLang="en-US" sz="3600" dirty="0">
              <a:solidFill>
                <a:schemeClr val="bg1"/>
              </a:solidFill>
              <a:latin typeface="MiSans Medium" pitchFamily="2" charset="-122"/>
              <a:ea typeface="MiSans Medium" pitchFamily="2" charset="-122"/>
              <a:cs typeface="MiSans Medium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13237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allAtOnce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5372F5-DF03-CC95-0BD0-51301CD948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B2A1F3-66EA-730A-FF2A-E2B953F2A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章节标题</a:t>
            </a:r>
            <a:r>
              <a:rPr kumimoji="1" lang="en-US" altLang="zh-CN" dirty="0"/>
              <a:t>1 - </a:t>
            </a:r>
            <a:r>
              <a:rPr kumimoji="1" lang="zh-CN" altLang="en-US" dirty="0"/>
              <a:t>副标题</a:t>
            </a:r>
            <a:r>
              <a:rPr kumimoji="1" lang="en-US" altLang="zh-CN" dirty="0"/>
              <a:t>1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651D74D-979E-561B-97F4-601C97837B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内容</a:t>
            </a:r>
          </a:p>
        </p:txBody>
      </p:sp>
    </p:spTree>
    <p:extLst>
      <p:ext uri="{BB962C8B-B14F-4D97-AF65-F5344CB8AC3E}">
        <p14:creationId xmlns:p14="http://schemas.microsoft.com/office/powerpoint/2010/main" val="3721075745"/>
      </p:ext>
    </p:extLst>
  </p:cSld>
  <p:clrMapOvr>
    <a:masterClrMapping/>
  </p:clrMapOvr>
  <p:transition spd="slow">
    <p:randomBar dir="vert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20A216-23AD-445C-7F67-8639406A9A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C44F3F58-36AC-2AA4-BCA9-A2A613DC9F26}"/>
              </a:ext>
            </a:extLst>
          </p:cNvPr>
          <p:cNvSpPr txBox="1"/>
          <p:nvPr/>
        </p:nvSpPr>
        <p:spPr>
          <a:xfrm>
            <a:off x="4528036" y="1433534"/>
            <a:ext cx="3135923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600" b="1" dirty="0">
                <a:solidFill>
                  <a:schemeClr val="bg1"/>
                </a:solidFill>
                <a:latin typeface="MiSans Heavy" pitchFamily="2" charset="-122"/>
                <a:ea typeface="MiSans Heavy" pitchFamily="2" charset="-122"/>
                <a:cs typeface="MiSans Heavy" pitchFamily="2" charset="-122"/>
              </a:rPr>
              <a:t>02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B1BFBA2-BACB-2496-1174-6AC688E6115E}"/>
              </a:ext>
            </a:extLst>
          </p:cNvPr>
          <p:cNvSpPr txBox="1"/>
          <p:nvPr/>
        </p:nvSpPr>
        <p:spPr>
          <a:xfrm>
            <a:off x="2760783" y="3757247"/>
            <a:ext cx="66704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3600" dirty="0">
                <a:solidFill>
                  <a:schemeClr val="bg1"/>
                </a:solidFill>
                <a:latin typeface="MiSans Medium" pitchFamily="2" charset="-122"/>
                <a:ea typeface="MiSans Medium" pitchFamily="2" charset="-122"/>
                <a:cs typeface="MiSans Medium" pitchFamily="2" charset="-122"/>
              </a:rPr>
              <a:t>标题</a:t>
            </a:r>
            <a:r>
              <a:rPr kumimoji="1" lang="en-US" altLang="zh-CN" sz="3600" dirty="0">
                <a:solidFill>
                  <a:schemeClr val="bg1"/>
                </a:solidFill>
                <a:latin typeface="MiSans Medium" pitchFamily="2" charset="-122"/>
                <a:ea typeface="MiSans Medium" pitchFamily="2" charset="-122"/>
                <a:cs typeface="MiSans Medium" pitchFamily="2" charset="-122"/>
              </a:rPr>
              <a:t>2</a:t>
            </a:r>
            <a:endParaRPr kumimoji="1" lang="zh-CN" altLang="en-US" sz="3600" dirty="0">
              <a:solidFill>
                <a:schemeClr val="bg1"/>
              </a:solidFill>
              <a:latin typeface="MiSans Medium" pitchFamily="2" charset="-122"/>
              <a:ea typeface="MiSans Medium" pitchFamily="2" charset="-122"/>
              <a:cs typeface="MiSans Medium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83483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E611C3-0D91-9652-7598-819A19BB42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EA42C0-20FE-6FCC-C875-554140C40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章节标题</a:t>
            </a:r>
            <a:r>
              <a:rPr kumimoji="1" lang="en-US" altLang="zh-CN" dirty="0"/>
              <a:t>1 - </a:t>
            </a:r>
            <a:r>
              <a:rPr kumimoji="1" lang="zh-CN" altLang="en-US" dirty="0"/>
              <a:t>副标题</a:t>
            </a:r>
            <a:r>
              <a:rPr kumimoji="1" lang="en-US" altLang="zh-CN" dirty="0"/>
              <a:t>1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44F7426-DB8E-D447-4F2C-AF5CD12FAD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内容</a:t>
            </a:r>
          </a:p>
        </p:txBody>
      </p:sp>
    </p:spTree>
    <p:extLst>
      <p:ext uri="{BB962C8B-B14F-4D97-AF65-F5344CB8AC3E}">
        <p14:creationId xmlns:p14="http://schemas.microsoft.com/office/powerpoint/2010/main" val="1850129572"/>
      </p:ext>
    </p:extLst>
  </p:cSld>
  <p:clrMapOvr>
    <a:masterClrMapping/>
  </p:clrMapOvr>
  <p:transition spd="slow">
    <p:randomBar dir="vert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0B3D99-28F6-D143-B610-EB3B0AB18B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7F7ECD8-BAC0-CA57-EDB3-31E3049692DF}"/>
              </a:ext>
            </a:extLst>
          </p:cNvPr>
          <p:cNvSpPr txBox="1"/>
          <p:nvPr/>
        </p:nvSpPr>
        <p:spPr>
          <a:xfrm>
            <a:off x="4528036" y="1433534"/>
            <a:ext cx="3135923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600" b="1" dirty="0">
                <a:solidFill>
                  <a:schemeClr val="bg1"/>
                </a:solidFill>
                <a:latin typeface="MiSans Heavy" pitchFamily="2" charset="-122"/>
                <a:ea typeface="MiSans Heavy" pitchFamily="2" charset="-122"/>
                <a:cs typeface="MiSans Heavy" pitchFamily="2" charset="-122"/>
              </a:rPr>
              <a:t>03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9BE88AE-38B7-2FB3-ADFD-8AA400D74FE2}"/>
              </a:ext>
            </a:extLst>
          </p:cNvPr>
          <p:cNvSpPr txBox="1"/>
          <p:nvPr/>
        </p:nvSpPr>
        <p:spPr>
          <a:xfrm>
            <a:off x="2760783" y="3757247"/>
            <a:ext cx="66704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3600" dirty="0">
                <a:solidFill>
                  <a:schemeClr val="bg1"/>
                </a:solidFill>
                <a:latin typeface="MiSans Medium" pitchFamily="2" charset="-122"/>
                <a:ea typeface="MiSans Medium" pitchFamily="2" charset="-122"/>
                <a:cs typeface="MiSans Medium" pitchFamily="2" charset="-122"/>
              </a:rPr>
              <a:t>标题</a:t>
            </a:r>
            <a:r>
              <a:rPr kumimoji="1" lang="en-US" altLang="zh-CN" sz="3600" dirty="0">
                <a:solidFill>
                  <a:schemeClr val="bg1"/>
                </a:solidFill>
                <a:latin typeface="MiSans Medium" pitchFamily="2" charset="-122"/>
                <a:ea typeface="MiSans Medium" pitchFamily="2" charset="-122"/>
                <a:cs typeface="MiSans Medium" pitchFamily="2" charset="-122"/>
              </a:rPr>
              <a:t>3</a:t>
            </a:r>
            <a:endParaRPr kumimoji="1" lang="zh-CN" altLang="en-US" sz="3600" dirty="0">
              <a:solidFill>
                <a:schemeClr val="bg1"/>
              </a:solidFill>
              <a:latin typeface="MiSans Medium" pitchFamily="2" charset="-122"/>
              <a:ea typeface="MiSans Medium" pitchFamily="2" charset="-122"/>
              <a:cs typeface="MiSans Medium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261040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3F275D-A4A7-5200-E4A2-152710C518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F241E0-6023-7F1E-5E82-FB0D56FC2F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章节标题</a:t>
            </a:r>
            <a:r>
              <a:rPr kumimoji="1" lang="en-US" altLang="zh-CN" dirty="0"/>
              <a:t>1 - </a:t>
            </a:r>
            <a:r>
              <a:rPr kumimoji="1" lang="zh-CN" altLang="en-US" dirty="0"/>
              <a:t>副标题</a:t>
            </a:r>
            <a:r>
              <a:rPr kumimoji="1" lang="en-US" altLang="zh-CN" dirty="0"/>
              <a:t>1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F898DC4-6410-BF8F-0B30-14FCD8CE0B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内容</a:t>
            </a:r>
          </a:p>
        </p:txBody>
      </p:sp>
    </p:spTree>
    <p:extLst>
      <p:ext uri="{BB962C8B-B14F-4D97-AF65-F5344CB8AC3E}">
        <p14:creationId xmlns:p14="http://schemas.microsoft.com/office/powerpoint/2010/main" val="2303378194"/>
      </p:ext>
    </p:extLst>
  </p:cSld>
  <p:clrMapOvr>
    <a:masterClrMapping/>
  </p:clrMapOvr>
  <p:transition spd="slow">
    <p:randomBar dir="vert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050E3E-2263-C79E-6491-F36FC13AF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9186F927-E2CE-B23D-B9C1-3C6F45966690}"/>
              </a:ext>
            </a:extLst>
          </p:cNvPr>
          <p:cNvSpPr txBox="1"/>
          <p:nvPr/>
        </p:nvSpPr>
        <p:spPr>
          <a:xfrm>
            <a:off x="4528036" y="1433534"/>
            <a:ext cx="3135923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600" b="1" dirty="0">
                <a:solidFill>
                  <a:schemeClr val="bg1"/>
                </a:solidFill>
                <a:latin typeface="MiSans Heavy" pitchFamily="2" charset="-122"/>
                <a:ea typeface="MiSans Heavy" pitchFamily="2" charset="-122"/>
                <a:cs typeface="MiSans Heavy" pitchFamily="2" charset="-122"/>
              </a:rPr>
              <a:t>04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4168EE7-5ECE-BC1F-23B2-F81980AB564A}"/>
              </a:ext>
            </a:extLst>
          </p:cNvPr>
          <p:cNvSpPr txBox="1"/>
          <p:nvPr/>
        </p:nvSpPr>
        <p:spPr>
          <a:xfrm>
            <a:off x="2760783" y="3757247"/>
            <a:ext cx="66704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3600" dirty="0">
                <a:solidFill>
                  <a:schemeClr val="bg1"/>
                </a:solidFill>
                <a:latin typeface="MiSans Medium" pitchFamily="2" charset="-122"/>
                <a:ea typeface="MiSans Medium" pitchFamily="2" charset="-122"/>
                <a:cs typeface="MiSans Medium" pitchFamily="2" charset="-122"/>
              </a:rPr>
              <a:t>标题</a:t>
            </a:r>
            <a:r>
              <a:rPr kumimoji="1" lang="en-US" altLang="zh-CN" sz="3600" dirty="0">
                <a:solidFill>
                  <a:schemeClr val="bg1"/>
                </a:solidFill>
                <a:latin typeface="MiSans Medium" pitchFamily="2" charset="-122"/>
                <a:ea typeface="MiSans Medium" pitchFamily="2" charset="-122"/>
                <a:cs typeface="MiSans Medium" pitchFamily="2" charset="-122"/>
              </a:rPr>
              <a:t>4</a:t>
            </a:r>
            <a:endParaRPr kumimoji="1" lang="zh-CN" altLang="en-US" sz="3600" dirty="0">
              <a:solidFill>
                <a:schemeClr val="bg1"/>
              </a:solidFill>
              <a:latin typeface="MiSans Medium" pitchFamily="2" charset="-122"/>
              <a:ea typeface="MiSans Medium" pitchFamily="2" charset="-122"/>
              <a:cs typeface="MiSans Medium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56512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73D3AF-34AC-2875-5105-39CDA1AD9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ADF063-E093-9197-6146-26E6C59A49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章节标题</a:t>
            </a:r>
            <a:r>
              <a:rPr kumimoji="1" lang="en-US" altLang="zh-CN" dirty="0"/>
              <a:t>1 - </a:t>
            </a:r>
            <a:r>
              <a:rPr kumimoji="1" lang="zh-CN" altLang="en-US" dirty="0"/>
              <a:t>副标题</a:t>
            </a:r>
            <a:r>
              <a:rPr kumimoji="1" lang="en-US" altLang="zh-CN" dirty="0"/>
              <a:t>1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973E5EA-9F1A-F86D-D361-9F20DDE8CD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内容</a:t>
            </a:r>
          </a:p>
        </p:txBody>
      </p:sp>
    </p:spTree>
    <p:extLst>
      <p:ext uri="{BB962C8B-B14F-4D97-AF65-F5344CB8AC3E}">
        <p14:creationId xmlns:p14="http://schemas.microsoft.com/office/powerpoint/2010/main" val="2413915960"/>
      </p:ext>
    </p:extLst>
  </p:cSld>
  <p:clrMapOvr>
    <a:masterClrMapping/>
  </p:clrMapOvr>
  <p:transition spd="slow">
    <p:randomBar dir="vert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C6D40AD-7AC0-D00B-22DA-42B73261E481}"/>
              </a:ext>
            </a:extLst>
          </p:cNvPr>
          <p:cNvSpPr txBox="1"/>
          <p:nvPr/>
        </p:nvSpPr>
        <p:spPr>
          <a:xfrm>
            <a:off x="726830" y="2082079"/>
            <a:ext cx="536917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9600" b="1" dirty="0">
                <a:solidFill>
                  <a:schemeClr val="bg1"/>
                </a:solidFill>
                <a:latin typeface="MiSans Heavy" pitchFamily="2" charset="-122"/>
                <a:ea typeface="MiSans Heavy" pitchFamily="2" charset="-122"/>
                <a:cs typeface="MiSans Heavy" pitchFamily="2" charset="-122"/>
              </a:rPr>
              <a:t>The</a:t>
            </a:r>
            <a:r>
              <a:rPr kumimoji="1" lang="zh-CN" altLang="en-US" sz="9600" b="1" dirty="0">
                <a:solidFill>
                  <a:schemeClr val="bg1"/>
                </a:solidFill>
                <a:latin typeface="MiSans Heavy" pitchFamily="2" charset="-122"/>
                <a:ea typeface="MiSans Heavy" pitchFamily="2" charset="-122"/>
                <a:cs typeface="MiSans Heavy" pitchFamily="2" charset="-122"/>
              </a:rPr>
              <a:t> </a:t>
            </a:r>
            <a:r>
              <a:rPr kumimoji="1" lang="en-US" altLang="zh-CN" sz="9600" b="1" dirty="0">
                <a:solidFill>
                  <a:schemeClr val="bg1"/>
                </a:solidFill>
                <a:latin typeface="MiSans Heavy" pitchFamily="2" charset="-122"/>
                <a:ea typeface="MiSans Heavy" pitchFamily="2" charset="-122"/>
                <a:cs typeface="MiSans Heavy" pitchFamily="2" charset="-122"/>
              </a:rPr>
              <a:t>End</a:t>
            </a:r>
            <a:endParaRPr kumimoji="1" lang="zh-CN" altLang="en-US" sz="9600" b="1" dirty="0">
              <a:solidFill>
                <a:schemeClr val="bg1"/>
              </a:solidFill>
              <a:latin typeface="MiSans Heavy" pitchFamily="2" charset="-122"/>
              <a:ea typeface="MiSans Heavy" pitchFamily="2" charset="-122"/>
              <a:cs typeface="MiSans Heavy" pitchFamily="2" charset="-122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C1FDCD-D2F7-5E92-45E3-EA90040AB8BD}"/>
              </a:ext>
            </a:extLst>
          </p:cNvPr>
          <p:cNvSpPr txBox="1"/>
          <p:nvPr/>
        </p:nvSpPr>
        <p:spPr>
          <a:xfrm>
            <a:off x="726830" y="3663807"/>
            <a:ext cx="74586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2000" b="1" dirty="0">
                <a:solidFill>
                  <a:schemeClr val="bg1"/>
                </a:solidFill>
                <a:latin typeface="MiSans" pitchFamily="2" charset="-122"/>
                <a:ea typeface="MiSans" pitchFamily="2" charset="-122"/>
                <a:cs typeface="MiSans" pitchFamily="2" charset="-122"/>
              </a:rPr>
              <a:t>Present</a:t>
            </a:r>
            <a:r>
              <a:rPr lang="zh-CN" altLang="en-US" sz="2000" b="1" dirty="0">
                <a:solidFill>
                  <a:schemeClr val="bg1"/>
                </a:solidFill>
                <a:latin typeface="MiSans" pitchFamily="2" charset="-122"/>
                <a:ea typeface="MiSans" pitchFamily="2" charset="-122"/>
                <a:cs typeface="MiSans" pitchFamily="2" charset="-122"/>
              </a:rPr>
              <a:t> </a:t>
            </a:r>
            <a:r>
              <a:rPr lang="en-US" altLang="zh-CN" sz="2000" b="1" dirty="0">
                <a:solidFill>
                  <a:schemeClr val="bg1"/>
                </a:solidFill>
                <a:latin typeface="MiSans" pitchFamily="2" charset="-122"/>
                <a:ea typeface="MiSans" pitchFamily="2" charset="-122"/>
                <a:cs typeface="MiSans" pitchFamily="2" charset="-122"/>
              </a:rPr>
              <a:t>by</a:t>
            </a:r>
            <a:r>
              <a:rPr lang="zh-CN" altLang="en-US" sz="2000" b="1" dirty="0">
                <a:solidFill>
                  <a:schemeClr val="bg1"/>
                </a:solidFill>
                <a:latin typeface="MiSans" pitchFamily="2" charset="-122"/>
                <a:ea typeface="MiSans" pitchFamily="2" charset="-122"/>
                <a:cs typeface="MiSans" pitchFamily="2" charset="-122"/>
              </a:rPr>
              <a:t> </a:t>
            </a:r>
            <a:r>
              <a:rPr lang="en-CN" altLang="zh-CN" sz="2000" b="1">
                <a:solidFill>
                  <a:schemeClr val="bg1"/>
                </a:solidFill>
                <a:latin typeface="MiSans" pitchFamily="2" charset="-122"/>
                <a:ea typeface="MiSans" pitchFamily="2" charset="-122"/>
                <a:cs typeface="MiSans" pitchFamily="2" charset="-122"/>
              </a:rPr>
              <a:t>AACMG</a:t>
            </a:r>
            <a:endParaRPr lang="en-US" sz="2000" b="1" dirty="0">
              <a:solidFill>
                <a:schemeClr val="bg1"/>
              </a:solidFill>
              <a:latin typeface="MiSans" pitchFamily="2" charset="-122"/>
              <a:ea typeface="MiSans" pitchFamily="2" charset="-122"/>
              <a:cs typeface="MiSans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15766458"/>
      </p:ext>
    </p:extLst>
  </p:cSld>
  <p:clrMapOvr>
    <a:masterClrMapping/>
  </p:clrMapOvr>
  <p:transition spd="med">
    <p:pull/>
  </p:transition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</TotalTime>
  <Words>64</Words>
  <Application>Microsoft Macintosh PowerPoint</Application>
  <PresentationFormat>Widescreen</PresentationFormat>
  <Paragraphs>29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MiSans Medium</vt:lpstr>
      <vt:lpstr>等线</vt:lpstr>
      <vt:lpstr>MiSans</vt:lpstr>
      <vt:lpstr>Arial</vt:lpstr>
      <vt:lpstr>MiSans Heavy</vt:lpstr>
      <vt:lpstr>Office 主题​​</vt:lpstr>
      <vt:lpstr>主题</vt:lpstr>
      <vt:lpstr>目录</vt:lpstr>
      <vt:lpstr>PowerPoint Presentation</vt:lpstr>
      <vt:lpstr>章节标题1 - 副标题1</vt:lpstr>
      <vt:lpstr>PowerPoint Presentation</vt:lpstr>
      <vt:lpstr>章节标题1 - 副标题1</vt:lpstr>
      <vt:lpstr>PowerPoint Presentation</vt:lpstr>
      <vt:lpstr>章节标题1 - 副标题1</vt:lpstr>
      <vt:lpstr>PowerPoint Presentation</vt:lpstr>
      <vt:lpstr>章节标题1 - 副标题1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Qu Anson</dc:creator>
  <cp:lastModifiedBy>Qu Anson</cp:lastModifiedBy>
  <cp:revision>15</cp:revision>
  <dcterms:created xsi:type="dcterms:W3CDTF">2025-07-17T05:10:15Z</dcterms:created>
  <dcterms:modified xsi:type="dcterms:W3CDTF">2026-01-18T13:00:02Z</dcterms:modified>
</cp:coreProperties>
</file>